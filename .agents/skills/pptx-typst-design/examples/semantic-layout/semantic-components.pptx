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1571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Layout2147483760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6578600"/>
            <a:ext cx="10769600" cy="25400"/>
          </a:xfrm>
          <a:prstGeom prst="rect">
            <a:avLst/>
          </a:prstGeom>
          <a:solidFill>
            <a:srgbClr val="C9D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Layout214748376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533400"/>
            <a:ext cx="107696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400" b="1">
                <a:solidFill>
                  <a:srgbClr val="18372F"/>
                </a:solidFill>
                <a:latin typeface="Arial"/>
              </a:rPr>
              <a:t>Semantic components own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1200" y="1905000"/>
            <a:ext cx="3386670" cy="1727200"/>
          </a:xfrm>
          <a:prstGeom prst="roundRect">
            <a:avLst>
              <a:gd name="adj" fmla="val 10294"/>
            </a:avLst>
          </a:prstGeom>
          <a:solidFill>
            <a:srgbClr val="E9F1EC"/>
          </a:solidFill>
          <a:ln w="12700">
            <a:solidFill>
              <a:srgbClr val="C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1200" y="1905000"/>
            <a:ext cx="3386670" cy="1727200"/>
          </a:xfrm>
          <a:prstGeom prst="rect">
            <a:avLst/>
          </a:prstGeom>
          <a:noFill/>
        </p:spPr>
        <p:txBody>
          <a:bodyPr wrap="square" lIns="203200" rIns="203200" tIns="203200" bIns="203200" anchor="ctr"/>
          <a:lstStyle/>
          <a:p>
            <a:pPr algn="ctr"/>
            <a:r>
              <a:rPr sz="2500" b="1">
                <a:solidFill>
                  <a:srgbClr val="18372F"/>
                </a:solidFill>
                <a:latin typeface="Arial"/>
              </a:rPr>
              <a:t>Discover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2670" y="1905000"/>
            <a:ext cx="3386670" cy="1727200"/>
          </a:xfrm>
          <a:prstGeom prst="roundRect">
            <a:avLst>
              <a:gd name="adj" fmla="val 10294"/>
            </a:avLst>
          </a:prstGeom>
          <a:solidFill>
            <a:srgbClr val="D8E5DD"/>
          </a:solidFill>
          <a:ln w="12700">
            <a:solidFill>
              <a:srgbClr val="C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02670" y="1905000"/>
            <a:ext cx="3386670" cy="1727200"/>
          </a:xfrm>
          <a:prstGeom prst="rect">
            <a:avLst/>
          </a:prstGeom>
          <a:noFill/>
        </p:spPr>
        <p:txBody>
          <a:bodyPr wrap="square" lIns="203200" rIns="203200" tIns="203200" bIns="203200" anchor="ctr"/>
          <a:lstStyle/>
          <a:p>
            <a:pPr algn="ctr"/>
            <a:r>
              <a:rPr sz="2500" b="1">
                <a:solidFill>
                  <a:srgbClr val="18372F"/>
                </a:solidFill>
                <a:latin typeface="Arial"/>
              </a:rPr>
              <a:t>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4129" y="1905000"/>
            <a:ext cx="3386670" cy="1727200"/>
          </a:xfrm>
          <a:prstGeom prst="roundRect">
            <a:avLst>
              <a:gd name="adj" fmla="val 10294"/>
            </a:avLst>
          </a:prstGeom>
          <a:solidFill>
            <a:srgbClr val="18372F"/>
          </a:solidFill>
          <a:ln w="12700">
            <a:solidFill>
              <a:srgbClr val="183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4129" y="1905000"/>
            <a:ext cx="3386670" cy="1727200"/>
          </a:xfrm>
          <a:prstGeom prst="rect">
            <a:avLst/>
          </a:prstGeom>
          <a:noFill/>
        </p:spPr>
        <p:txBody>
          <a:bodyPr wrap="square" lIns="203200" rIns="203200" tIns="203200" bIns="20320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9" name="Oval 8"/>
          <p:cNvSpPr/>
          <p:nvPr/>
        </p:nvSpPr>
        <p:spPr>
          <a:xfrm>
            <a:off x="711200" y="4368800"/>
            <a:ext cx="1422400" cy="1422400"/>
          </a:xfrm>
          <a:prstGeom prst="ellipse">
            <a:avLst/>
          </a:prstGeom>
          <a:solidFill>
            <a:srgbClr val="D97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200" y="4368800"/>
            <a:ext cx="1422400" cy="1422400"/>
          </a:xfrm>
          <a:prstGeom prst="rect">
            <a:avLst/>
          </a:prstGeom>
          <a:noFill/>
        </p:spPr>
        <p:txBody>
          <a:bodyPr wrap="square" lIns="101600" rIns="101600" tIns="101600" bIns="10160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1600" y="4368800"/>
            <a:ext cx="4267200" cy="1422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C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1600" y="4368800"/>
            <a:ext cx="4267200" cy="1422400"/>
          </a:xfrm>
          <a:prstGeom prst="rect">
            <a:avLst/>
          </a:prstGeom>
          <a:noFill/>
        </p:spPr>
        <p:txBody>
          <a:bodyPr wrap="square" lIns="203200" rIns="203200" tIns="203200" bIns="203200" anchor="ctr"/>
          <a:lstStyle/>
          <a:p>
            <a:pPr algn="ctr"/>
            <a:r>
              <a:rPr sz="2300" b="1">
                <a:solidFill>
                  <a:srgbClr val="18372F"/>
                </a:solidFill>
                <a:latin typeface="Arial"/>
              </a:rPr>
              <a:t>Observe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13600" y="4368800"/>
            <a:ext cx="4267200" cy="1422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C9D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3600" y="4368800"/>
            <a:ext cx="4267200" cy="1422400"/>
          </a:xfrm>
          <a:prstGeom prst="rect">
            <a:avLst/>
          </a:prstGeom>
          <a:noFill/>
        </p:spPr>
        <p:txBody>
          <a:bodyPr wrap="square" lIns="203200" rIns="203200" tIns="203200" bIns="203200" anchor="ctr"/>
          <a:lstStyle/>
          <a:p>
            <a:pPr algn="ctr"/>
            <a:r>
              <a:rPr sz="2300" b="1">
                <a:solidFill>
                  <a:srgbClr val="18372F"/>
                </a:solidFill>
                <a:latin typeface="Arial"/>
              </a:rPr>
              <a:t>Adjust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5842000"/>
            <a:ext cx="10769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000" b="1">
                <a:solidFill>
                  <a:srgbClr val="557469"/>
                </a:solidFill>
                <a:latin typeface="Arial"/>
              </a:rPr>
              <a:t>03</a:t>
            </a:r>
          </a:p>
          <a:p>
            <a:pPr algn="ctr"/>
            <a:r>
              <a:rPr sz="1200" b="0">
                <a:solidFill>
                  <a:srgbClr val="557469"/>
                </a:solidFill>
                <a:latin typeface="Arial"/>
              </a:rPr>
              <a:t>REUSABLE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